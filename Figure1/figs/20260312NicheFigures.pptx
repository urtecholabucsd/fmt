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57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191" d="100"/>
          <a:sy n="191" d="100"/>
        </p:scale>
        <p:origin x="-1976" y="-1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3F1F4-8982-CDED-95C0-45B39FD362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658610-B4D0-FC8C-5161-8420D5335C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A56AE-FC0F-AA3C-F650-019AD13F3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DB6D4-729A-5D48-9A30-8BAD295BA6C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B424F-D239-ADDC-3A6B-C85722F34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974C7-E934-52B2-C68A-2BFCDA036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F6A08-BABF-7642-B564-EEA06D1D8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849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8AEE5-A2E9-6D0B-FD23-1930DE4C3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62B08-05AB-F40F-94E1-A2167AC4C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3ED5-8D36-69D4-9180-3E1206E9A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DB6D4-729A-5D48-9A30-8BAD295BA6C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5F606-9B97-7B43-6946-0AB0367DC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1A232-AD96-0D7D-C606-DB30E2FA2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F6A08-BABF-7642-B564-EEA06D1D8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76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2A19C-255C-F63E-A220-ED53C9686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C7649B-7423-DE0D-E99E-E2A739F5E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E3606-A237-1080-F2AD-252520A94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DB6D4-729A-5D48-9A30-8BAD295BA6C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A7571-B08E-6F55-70B5-857B6D8A0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D7FC3-A7C3-3F2C-A2F6-5ABA47C4A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F6A08-BABF-7642-B564-EEA06D1D8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055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5DC81-0941-2FF1-446E-6DE31F3AE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36D80-81D5-7F81-8EE6-63F9994001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89A56B-A281-439A-8247-DBE81A0E17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8224BF-678E-DA42-05DC-A3A7E8DFE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DB6D4-729A-5D48-9A30-8BAD295BA6C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ED665F-976C-317C-39BD-37D26D0A3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AF63E6-B8D7-C5E4-EBF3-D50C00232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F6A08-BABF-7642-B564-EEA06D1D8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666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83221-DACE-0435-2BD5-9CE257C05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E75D8D-0B6C-AC29-4D7C-3715037F2B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4997B6-EDF4-47E2-A3B1-B287757DFB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412821-5556-0E9C-EBEE-A98F0CFD3D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5FC5E9-7E1E-7B14-30E6-8CEA8DC0E7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2EC793-63E2-2592-8626-C876A6829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DB6D4-729A-5D48-9A30-8BAD295BA6C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08D655-0C5C-9590-6923-48587A3EE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30C049-E379-E357-1FCF-EC7BD7BBD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F6A08-BABF-7642-B564-EEA06D1D8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050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F1860-8A18-ED86-D2FB-B34946C39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BC4F69-BAA8-9142-A971-6C7D42B6C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DB6D4-729A-5D48-9A30-8BAD295BA6C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1805A1-0EB2-7989-E850-BBBC8CB38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CFEAEF-1230-9F3B-9D83-92E7936C2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F6A08-BABF-7642-B564-EEA06D1D8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058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36364F-9835-745A-42DB-816B964D6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DB6D4-729A-5D48-9A30-8BAD295BA6C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2CD631-F422-A9B2-B54C-6857A8C96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86113-D04B-1F20-65BB-7732FD832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F6A08-BABF-7642-B564-EEA06D1D8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881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9BA53-C0A1-AFF7-81FF-00D96BDA9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81C78-74C8-06C6-9369-D8065C645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38A85A-C77D-1CFC-794F-3DCF4D8D3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C8ABF9-F7CD-3481-3BB9-72EC5ACAA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DB6D4-729A-5D48-9A30-8BAD295BA6C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15CE44-7FFB-1A52-B3A8-54F2D9C2F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EB3B88-568C-546D-40DE-DB66E25D6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F6A08-BABF-7642-B564-EEA06D1D8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475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44E0F-1204-2583-4345-D1CDDB89F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260F07-C53B-47B0-E9DE-53B1B065BD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EB836-4C6A-E254-65E1-E95076C614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2595A8-ABB5-7382-DBD3-63CFDFA85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DB6D4-729A-5D48-9A30-8BAD295BA6C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090521-67C3-27F7-ED5E-A982C1EDC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B8C760-4E75-9706-5722-DCB4D95A9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F6A08-BABF-7642-B564-EEA06D1D8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519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1632B-5A7E-3046-8678-3474A2A85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E81727-1E82-AE9F-6D91-1319AA601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61ABA-0A35-536F-5F9B-D2048D1C7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DB6D4-729A-5D48-9A30-8BAD295BA6C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C80D02-6F66-6204-A8C6-8661B4F04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92414-3838-8BD6-39B7-10F9384E8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F6A08-BABF-7642-B564-EEA06D1D8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754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8964E2-35EA-4179-7630-5FF393E655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C68640-1F8E-07CA-123F-C9A0170771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AB531-C390-E3E2-C126-C4C8A3103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DB6D4-729A-5D48-9A30-8BAD295BA6C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A0190-03FC-259F-5F6D-8E8B744C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8A695-2A6F-F665-F90F-6D170B207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F6A08-BABF-7642-B564-EEA06D1D8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107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F3EBF2-57D6-708A-C51C-C07E39602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9D5D0-CFE6-348A-2619-5BC47125A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04053-6D65-8BF6-2080-7AE446F4EF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BDB6D4-729A-5D48-9A30-8BAD295BA6CA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4A40D-2717-6D30-454B-B721F7A79E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801F8-5351-E8D6-2A27-29AEF9CB89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3F6A08-BABF-7642-B564-EEA06D1D8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01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99833-5883-2A5C-6A25-71DD07B70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9DEDDD-0CBA-7BBA-779B-4D8E77FEA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594" y="1501346"/>
            <a:ext cx="5486400" cy="4572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3249716-3D79-041A-E07A-474CEB207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993" y="1143000"/>
            <a:ext cx="4052453" cy="50655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3FE0CAD-FCEF-A0DC-DD07-098F1F864963}"/>
              </a:ext>
            </a:extLst>
          </p:cNvPr>
          <p:cNvSpPr txBox="1"/>
          <p:nvPr/>
        </p:nvSpPr>
        <p:spPr>
          <a:xfrm>
            <a:off x="2167003" y="6012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604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46422-EA14-E4A4-0861-D297AD36B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86A6AF-7D88-8E65-226B-41A9AC07B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304" y="807983"/>
            <a:ext cx="5242034" cy="5242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269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890495-F2D3-E810-1338-56562F950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690" y="1254399"/>
            <a:ext cx="6425904" cy="4589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777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68DCDC-1E68-F899-706E-97F4348F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1828800"/>
            <a:ext cx="45720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247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0</Words>
  <Application>Microsoft Macintosh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Guillaume Urtecho</dc:creator>
  <cp:lastModifiedBy>Guillaume Urtecho</cp:lastModifiedBy>
  <cp:revision>3</cp:revision>
  <dcterms:created xsi:type="dcterms:W3CDTF">2026-03-13T01:31:49Z</dcterms:created>
  <dcterms:modified xsi:type="dcterms:W3CDTF">2026-03-13T06:03:24Z</dcterms:modified>
</cp:coreProperties>
</file>